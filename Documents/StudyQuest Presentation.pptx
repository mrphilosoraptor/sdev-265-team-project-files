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76" r:id="rId13"/>
    <p:sldId id="266" r:id="rId14"/>
    <p:sldId id="267" r:id="rId15"/>
    <p:sldId id="274" r:id="rId16"/>
    <p:sldId id="268" r:id="rId17"/>
    <p:sldId id="269" r:id="rId18"/>
    <p:sldId id="270" r:id="rId19"/>
    <p:sldId id="271" r:id="rId20"/>
    <p:sldId id="272" r:id="rId21"/>
    <p:sldId id="273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D424F-2C81-45B3-B4B3-181EBACE786B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97CD3-6F57-4D31-9C4A-0085EB8C8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97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7CD3-6F57-4D31-9C4A-0085EB8C8D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39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7CD3-6F57-4D31-9C4A-0085EB8C8D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7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7CD3-6F57-4D31-9C4A-0085EB8C8D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57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7CD3-6F57-4D31-9C4A-0085EB8C8DE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2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97CD3-6F57-4D31-9C4A-0085EB8C8DE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E5BE-BC21-2945-0006-67789DF98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9244E-E76C-3865-C64A-F99CBFB95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07C5A-7997-8643-C0B3-96895929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084C-5D69-B1B4-B573-AB0A74B6F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66C58-63CE-41D1-4520-274F1D68B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964C-206D-0800-F3D7-5CD0F500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9FB22-3C3B-FEA7-5287-130894A16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D6CBF-16BC-513F-7957-6E3A2D45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4FF7A-8CF4-3A19-0C5F-219097E0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12674-03C7-6DF6-A97F-74238D72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6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12F1-7A21-5436-B40F-1B4459D0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DF8B-2859-8908-46C0-1FE1F3586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DC47-95ED-0B45-C197-C0EA9772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AE1C1-2642-DA77-99E5-98DE56C5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6A676-4000-F273-4CE8-232E06DF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3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0D2D-67A3-09A7-4E5F-D33A2237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866B-9609-BDBD-A860-0C43909DA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DE2E1-1C75-82E0-57AA-11B2FE82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03E2F-80DC-7B19-8241-C6D22E01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2C16A-C49B-6A96-64DF-66448465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D562B-EB8D-82D3-82A0-A0711488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8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B1BB-2E52-64A4-B416-495861AD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47C9F-E027-BA0A-B558-070983B02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EA777-427E-4F25-2776-A8D951F7D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443CA6-A096-0BFB-8EF6-2EA0B1D59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6386B-2C4A-310F-BB68-A8D1C0594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72BDF-BB32-48ED-CD2B-B9EE5A28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5FA98D-BC4F-801E-EA76-18B8E3BD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01655-F3CB-3F69-8FB0-A8C50EAF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7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11B8-6C21-56DD-27BB-E1FF58DE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3CE3E-5EBC-E863-CA7E-AA9220BC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4D267-3631-ACF0-3BFF-131CBD794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DF121-90B8-8C15-B8C7-84894603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3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C3775-C381-0434-BA74-DAE43680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17B59-1224-F196-FEA5-1AE2648D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90EA8-8634-717B-F4EE-D6BEC872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0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4124-BB5C-560A-1B13-60041D3A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4454-E4B7-E002-58A9-DAA015909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1C661-8B91-F24E-3395-84213BD7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CF1BD-BC35-3E54-DCB2-4F9EEC71D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DD9DA-8033-48DA-DD08-46CFBDA8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A813D-5E64-AA34-BE18-F6F6B4B1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2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5C02-C595-9408-CA01-5A77C3FB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3FDAF9-2852-844A-4CD6-2563D20A7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17149-777C-C74E-7DD1-8D872F2FC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1D109-493E-45A6-93CA-AC5F7742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7B44F-82D4-C6F2-3D4D-B1425DD0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F1685-1411-4A22-2C7A-46B4F8AF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8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4DFF-F84A-057B-5CFE-F8596F8E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AC3A8-764D-2984-544A-218577632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7349-08A7-3B85-9D03-4380AB1F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765E0-3A41-F66E-25E0-597D86C6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AD21-3344-67F2-08DD-95AF22BE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8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FCDFFF-4260-E142-0665-897BDA47D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85A581-3870-40F4-CD30-0CE08E8F8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9171A-1848-C2AF-69B7-A800A807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628D6-9E01-144C-E466-E536896F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EECF-37A6-70FC-01B2-626D55F7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8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CE667F-34A2-B344-5093-3AD1E006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57DC0-0ECD-1E92-3A5C-9380DEEA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55E8-A35C-AD08-EB62-B2E0CDB87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0DC15-9A99-4355-B0D4-0E5720DBA04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F4147-39AA-EFBA-2B0B-F9A0C5F94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63C01-27A5-D1AD-291B-B779AE245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EA94F-6665-4E60-A98D-CF44B8F6E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8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DA51-034B-4081-BE66-E0D2F30CF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StudyQuest Final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D0C12-6202-52CC-D5B6-C429181BB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1588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SDEV 265 | Spring 2026 | Leah Osborne</a:t>
            </a:r>
          </a:p>
          <a:p>
            <a:endParaRPr lang="en-US" dirty="0"/>
          </a:p>
          <a:p>
            <a:r>
              <a:rPr lang="en-US" dirty="0"/>
              <a:t>Team Members: Zachary Fike, Cailey Keown, Sean Kennedy,</a:t>
            </a:r>
            <a:br>
              <a:rPr lang="en-US" dirty="0"/>
            </a:br>
            <a:r>
              <a:rPr lang="en-US" dirty="0"/>
              <a:t>Andrii Kuleshchak, Harold Ligon, and Krystal Michaelis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14ED88-FF1D-DA79-A796-8FF989062EB1}"/>
              </a:ext>
            </a:extLst>
          </p:cNvPr>
          <p:cNvCxnSpPr/>
          <p:nvPr/>
        </p:nvCxnSpPr>
        <p:spPr>
          <a:xfrm>
            <a:off x="1524000" y="3429000"/>
            <a:ext cx="947928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0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9FCE-4D61-81EA-CE87-AA7F25F5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6098D-CC60-422E-2247-D5DC4DC60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StudyQuest is a lightweight digital task and habit-tracking planner application.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purpose of the project was to create a simple, stable productivity tool that allows users to manage tasks, track habits, earn XP, and level up.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application was designed and developed as a cross-platform academic software project.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team focused on delivering core functionality, usability, reliability, and successful collaboration within the course timeline.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636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B50AB-C4D9-31E8-7CD7-2AC36E5E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Project Goals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9DF7F-CC81-BCAB-E1BF-C959E56C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Goal 1: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Build a working digital task and weekly planner.</a:t>
            </a:r>
          </a:p>
          <a:p>
            <a:pPr lvl="1"/>
            <a:r>
              <a:rPr lang="en-US" dirty="0"/>
              <a:t>Deliver core features such as task creation, task completion, and weekly organization</a:t>
            </a:r>
          </a:p>
          <a:p>
            <a:pPr lvl="1"/>
            <a:r>
              <a:rPr lang="en-US" dirty="0"/>
              <a:t>Save and load data reliably</a:t>
            </a:r>
          </a:p>
          <a:p>
            <a:pPr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Goal 2: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Demonstrate the full software development process.</a:t>
            </a:r>
          </a:p>
          <a:p>
            <a:pPr lvl="1"/>
            <a:r>
              <a:rPr lang="en-US" dirty="0"/>
              <a:t>Show planning, design, implementation, testing, and integration in a real team workflow</a:t>
            </a:r>
          </a:p>
          <a:p>
            <a:pPr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Goal 3: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Deliver a stable cross-platform application on time.</a:t>
            </a:r>
          </a:p>
          <a:p>
            <a:pPr lvl="1"/>
            <a:r>
              <a:rPr lang="en-US" dirty="0"/>
              <a:t>Prioritize reliability over extra features</a:t>
            </a:r>
          </a:p>
          <a:p>
            <a:pPr lvl="1"/>
            <a:r>
              <a:rPr lang="en-US" dirty="0"/>
              <a:t>Ensure the planner works on Windows and macOS</a:t>
            </a:r>
          </a:p>
          <a:p>
            <a:pPr lvl="1"/>
            <a:r>
              <a:rPr lang="en-US" dirty="0"/>
              <a:t>Meet the course deadline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52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C711-E7C1-2985-EC8D-942648E1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Requirements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1834-4F51-0547-2C5F-7DE2934CE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40440" cy="483643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system requirements for StudyQuest included the </a:t>
            </a:r>
            <a:r>
              <a:rPr lang="en-US" dirty="0">
                <a:solidFill>
                  <a:srgbClr val="0070C0"/>
                </a:solidFill>
              </a:rPr>
              <a:t>following: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must be able to create tasks with a title and optional notes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must be able to edit and delete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must be able to mark tasks as complete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Completed tasks must be removed from the active task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must be able to create and manage basic habit 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 entries remain visible after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must be able to view task completion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must save data when the program closes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must load previously saved data when the program starts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application must be clear, readable, and easy to use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application must behave consistently across Windows and macOS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6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9416-2295-F674-76AD-7FEEF807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1CBE-73DD-FFD3-6CB1-275B3AD22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project was determined to be feasible in several areas: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Technical Feasibility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application could be developed using currently available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and </a:t>
            </a:r>
            <a:r>
              <a:rPr lang="en-US" dirty="0" err="1"/>
              <a:t>Tkinter</a:t>
            </a:r>
            <a:r>
              <a:rPr lang="en-US" dirty="0"/>
              <a:t> were appropriate for the scope of the project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Schedule Feasibility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scope was manageable within the academic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Core functionality was prioritized first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Economic Feasibility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additional financial investment was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hardware and free software tools were used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Operational Feasibility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application addressed a realistic user need: personal organization and productivity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18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E29C-C3C8-6429-1E35-52A12B7B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Project Plan and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D1361-37F9-8919-B05C-41D7DBF2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377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The team created a project plan to organize responsibilities, schedule work, and manage risk.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Major risks identified: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Schedule delays due to school or work obligations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loss or save-file failure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Cross-platform issues between Windows and macOS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issues such as slow loading or saving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Scope creep from additional feature requests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Risk mitigation strategies:</a:t>
            </a:r>
            <a:endParaRPr lang="en-US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 risks during weekly meetings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Prioritize core features before optional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file handling frequently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 the application on both Windows and macOS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GitHub and Discord consistently for communication and coordination</a:t>
            </a:r>
          </a:p>
        </p:txBody>
      </p:sp>
    </p:spTree>
    <p:extLst>
      <p:ext uri="{BB962C8B-B14F-4D97-AF65-F5344CB8AC3E}">
        <p14:creationId xmlns:p14="http://schemas.microsoft.com/office/powerpoint/2010/main" val="88999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77BCD-68AE-1DFC-381C-832BF2F4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Design Document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A412-5A09-83D4-FE54-4091B95A9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9900" cy="398734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The StudyQuest design document focused on how the application would be built.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team used a modular architecture with three major areas: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Presentation Layer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Handles the user interface and interaction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Application Logic Layer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Handles tasks, habits, XP calculation, and level progression</a:t>
            </a:r>
          </a:p>
          <a:p>
            <a:pPr>
              <a:buNone/>
            </a:pPr>
            <a:r>
              <a:rPr lang="en-US" b="1" dirty="0">
                <a:solidFill>
                  <a:srgbClr val="0070C0"/>
                </a:solidFill>
              </a:rPr>
              <a:t>Data Persistence Layer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/>
              <a:t>Handles saving and loading user data using file-based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649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F06A-8168-B7DF-AD9E-0327EDA6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UML and System Diagrams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A4BE3-B23A-53C2-E344-F4D05879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84080" cy="34648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The design phase included several diagrams to support implementation: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Case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Sequence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Activity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334424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272548-D4F3-0B32-0000-9C8E299DB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" r="17387" b="11206"/>
          <a:stretch>
            <a:fillRect/>
          </a:stretch>
        </p:blipFill>
        <p:spPr>
          <a:xfrm>
            <a:off x="643467" y="760858"/>
            <a:ext cx="3278292" cy="23898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5A9CB0-86BF-535E-BA68-858505924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 r="34965"/>
          <a:stretch>
            <a:fillRect/>
          </a:stretch>
        </p:blipFill>
        <p:spPr>
          <a:xfrm>
            <a:off x="4538709" y="643466"/>
            <a:ext cx="2649334" cy="2624662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85F34B-1A58-7F67-25E2-878A3D844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9" r="29416" b="8841"/>
          <a:stretch>
            <a:fillRect/>
          </a:stretch>
        </p:blipFill>
        <p:spPr>
          <a:xfrm>
            <a:off x="643467" y="4004483"/>
            <a:ext cx="3278292" cy="17954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ADAAE1-4AD6-A138-1A00-95C0DFB99F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6" t="17682" r="-1"/>
          <a:stretch>
            <a:fillRect/>
          </a:stretch>
        </p:blipFill>
        <p:spPr>
          <a:xfrm>
            <a:off x="4243491" y="3662178"/>
            <a:ext cx="3239769" cy="24993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3FABBF-DB4C-9730-B7C9-74DD42BAC9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7" t="20477" r="6887"/>
          <a:stretch>
            <a:fillRect/>
          </a:stretch>
        </p:blipFill>
        <p:spPr>
          <a:xfrm>
            <a:off x="7804994" y="1905503"/>
            <a:ext cx="3743538" cy="3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0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E254-0E1E-E2F5-6AB4-DE6F2B35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ACE2D-AC4F-5824-F4C5-BDD491BBB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The following tools and technologies were used throughout the project: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for application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Tkinter</a:t>
            </a:r>
            <a:r>
              <a:rPr lang="en-US" dirty="0"/>
              <a:t> for the desktop graphical user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GitHub</a:t>
            </a:r>
            <a:r>
              <a:rPr lang="en-US" dirty="0"/>
              <a:t> for version control and collaboration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VS Code / Python development environment</a:t>
            </a:r>
            <a:r>
              <a:rPr lang="en-US" dirty="0"/>
              <a:t> for 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Discord</a:t>
            </a:r>
            <a:r>
              <a:rPr lang="en-US" dirty="0"/>
              <a:t> for team meetings and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Windows and macOS systems</a:t>
            </a:r>
            <a:r>
              <a:rPr lang="en-US" dirty="0"/>
              <a:t> for cross-platform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Local file-based storage</a:t>
            </a:r>
            <a:r>
              <a:rPr lang="en-US" dirty="0"/>
              <a:t> for saving and loading user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DD2E4-C745-9933-CA12-FE13A9B70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0" r="18500"/>
          <a:stretch>
            <a:fillRect/>
          </a:stretch>
        </p:blipFill>
        <p:spPr>
          <a:xfrm>
            <a:off x="10290556" y="4001294"/>
            <a:ext cx="1063244" cy="949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DD811-6300-14B5-4B01-61CCF0C04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8333" y="2640171"/>
            <a:ext cx="1687689" cy="949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15272-ED78-3664-7043-5E69C26E2D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0" r="19000"/>
          <a:stretch>
            <a:fillRect/>
          </a:stretch>
        </p:blipFill>
        <p:spPr>
          <a:xfrm>
            <a:off x="10290556" y="5227638"/>
            <a:ext cx="1063244" cy="949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0EFFA-5953-98EC-6A63-33B6E8BC8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163" y="2654141"/>
            <a:ext cx="979170" cy="9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7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C143-C551-C8FB-F3CF-BCED4702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Running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6A53-AEAD-D1A8-7618-D856C2A91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7589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0070C0"/>
                </a:solidFill>
              </a:rPr>
              <a:t>StudyQuest</a:t>
            </a:r>
            <a:r>
              <a:rPr lang="en-US" dirty="0"/>
              <a:t> was successfully implemented as a working desktop application.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final program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 completion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XP rewards and level progression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 streak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Save, load and delete profile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profile recognition and file persistence</a:t>
            </a:r>
          </a:p>
        </p:txBody>
      </p:sp>
    </p:spTree>
    <p:extLst>
      <p:ext uri="{BB962C8B-B14F-4D97-AF65-F5344CB8AC3E}">
        <p14:creationId xmlns:p14="http://schemas.microsoft.com/office/powerpoint/2010/main" val="4101773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BDCD00-BA97-40D8-93CD-0A9CA931B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2080" y="3429000"/>
            <a:ext cx="263652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631E40-F51C-4828-B23B-DF9035132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910E70F-3194-69E8-F398-55ADF013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93" y="1035389"/>
            <a:ext cx="6172041" cy="4787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BD23F6-DD53-0F8C-F6D5-2F285B47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14" y="916577"/>
            <a:ext cx="3409586" cy="21935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E761E5-17B6-2EF1-4E10-9DED07F7B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17" y="3747898"/>
            <a:ext cx="3445656" cy="24231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DF823C-8A6F-9623-ED0B-49B0AC1F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728" y="-6423"/>
            <a:ext cx="4977384" cy="787065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Running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1100758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4608-B585-F280-1990-D40042F3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Application Component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D7E2-B6FB-380E-1D02-74BC8126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/>
              <a:t>Successful Implementations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Task creation and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Habit creation and streak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XP and level progression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Save/load file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profile loading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Cross-platform testing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Attempts / Partial Successes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Additional UI polish and visual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Optional feature ideas such as calendar-related improvements and extra user feedback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Features intentionally limited to protect scope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feature expansion was reduced to keep the application stable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team prioritized core functionality and reliability over extra complexity</a:t>
            </a:r>
          </a:p>
        </p:txBody>
      </p:sp>
    </p:spTree>
    <p:extLst>
      <p:ext uri="{BB962C8B-B14F-4D97-AF65-F5344CB8AC3E}">
        <p14:creationId xmlns:p14="http://schemas.microsoft.com/office/powerpoint/2010/main" val="317221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9EC9-9224-AB33-DC62-97BEC017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B96F7-9C85-6E82-D894-F3FA77A13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If the project were expanded beyond the course, possible future enhancements could include: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Calendar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Notifications and 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visual polish and interface customization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Expanded gamification and reward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synchronization or database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Additional user profile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progress tracking and analytics</a:t>
            </a:r>
          </a:p>
        </p:txBody>
      </p:sp>
    </p:spTree>
    <p:extLst>
      <p:ext uri="{BB962C8B-B14F-4D97-AF65-F5344CB8AC3E}">
        <p14:creationId xmlns:p14="http://schemas.microsoft.com/office/powerpoint/2010/main" val="2524612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B2844-73E2-9C8E-99B2-8143AB97D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420" y="306049"/>
            <a:ext cx="6598920" cy="655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9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7168-8B74-A5F6-0315-247F38C10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74096" cy="1325563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Project Manager Contribution - Zachary Fike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E4C5F-52A9-FD30-7D7A-C8E0086FE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Project Manager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Oversaw planning, scheduling, and task coordination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keep the project on track and aligned with the course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Managed communication and project organization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Supported team collaboration and progress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ensure that scope stayed controlled and core features were prioritized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63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8048-4B85-BBA9-FC76-9491692D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Designer Contribution - Cailey Keown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D87CD-1677-696A-9839-D8095B9C3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Designer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the interface layout concept and visual planning for StudyQuest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shape the user interface design and usability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Contributed to the software design document and presentation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mockups and visual references for the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Continued attending meetings and supporting documentation efforts throughout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4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A01-F37C-4265-3A35-2CDCE943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Front End Developer Contribution - Sean Kennedy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150F8-54BE-7E87-B2F5-32911909C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Front End Developer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the user interface elements of the StudyQuest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Connected visual components and user actions to application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build the working layout for tasks, habits, buttons, and status displays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Supported interface functionality such as task creation and goal completion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Assisted with refining the appearance and usability of the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636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41F0-1AF7-3D0B-2AC1-4235F73A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Back End Developer Contribution - Andrii Kuleshchak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161C-1031-3367-7A4E-EA9AAEB3A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Back End Developer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the core logic behind tasks, habits, and goal completion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XP rewards, level progression, and streak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file save and load functionality for user data persistence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ensure the application behaved reliably across sessions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Supported the overall system functionality and feature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macOS Bug Fixes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6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B11C-D887-D5B3-69EC-5E295C9F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Windows Tester Contribution - Harold Ligon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6C605-8E39-8AE9-A649-BF20FB6D8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Windows Tester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Tested the application on Windows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that tasks, habits, XP tracking, and save/load features worked correctly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identify bugs, usability issues, and stability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Supported quality assurance during development and refinement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Confirmed that the application functioned properly on the Windows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5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DE9-F9C2-3298-E67C-F77674F4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00B0F0"/>
                </a:solidFill>
              </a:rPr>
              <a:t>Mac Tester Contribution - Krystal Michaelis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0462D-9B12-4885-96D5-E9C681134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Role:</a:t>
            </a:r>
            <a:r>
              <a:rPr lang="en-US" dirty="0"/>
              <a:t> Mac Tester</a:t>
            </a:r>
          </a:p>
          <a:p>
            <a:pPr>
              <a:buNone/>
            </a:pPr>
            <a:r>
              <a:rPr lang="en-US" b="1" dirty="0"/>
              <a:t>Primary Contributions: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Tested the application on macOS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that major features worked consistently across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Helped identify platform-specific issues and cross-platform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Supported testing of usability, stability, and core functionality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Confirmed that StudyQuest performed reliably on macOS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728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8B42-E6CA-FB64-FEAE-ED3B7A8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6620D-C074-4EB5-4F51-32C8FC444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17280" cy="4351338"/>
          </a:xfrm>
        </p:spPr>
        <p:txBody>
          <a:bodyPr/>
          <a:lstStyle/>
          <a:p>
            <a:pPr>
              <a:buNone/>
            </a:pPr>
            <a:r>
              <a:rPr lang="en-US" dirty="0"/>
              <a:t>Thank you for viewing our presentation on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StudyQuest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If you have any questions about the project, design process, or development, we would be happy to answer them.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Team 3 – StudyQuest</a:t>
            </a:r>
          </a:p>
          <a:p>
            <a:pPr>
              <a:buNone/>
            </a:pPr>
            <a:r>
              <a:rPr lang="en-US" dirty="0"/>
              <a:t>SDEV 265 | Spring 2026</a:t>
            </a:r>
          </a:p>
        </p:txBody>
      </p:sp>
    </p:spTree>
    <p:extLst>
      <p:ext uri="{BB962C8B-B14F-4D97-AF65-F5344CB8AC3E}">
        <p14:creationId xmlns:p14="http://schemas.microsoft.com/office/powerpoint/2010/main" val="246099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134</TotalTime>
  <Words>1220</Words>
  <Application>Microsoft Office PowerPoint</Application>
  <PresentationFormat>Widescreen</PresentationFormat>
  <Paragraphs>194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StudyQuest Final Project Presentation</vt:lpstr>
      <vt:lpstr>Project Summary</vt:lpstr>
      <vt:lpstr>Project Goals and Objectives</vt:lpstr>
      <vt:lpstr>Requirements Summary</vt:lpstr>
      <vt:lpstr>Feasibility Study</vt:lpstr>
      <vt:lpstr>Project Plan and Risk Assessment</vt:lpstr>
      <vt:lpstr>Design Document Highlights</vt:lpstr>
      <vt:lpstr>UML and System Diagrams</vt:lpstr>
      <vt:lpstr>PowerPoint Presentation</vt:lpstr>
      <vt:lpstr>Tools and Technologies Used</vt:lpstr>
      <vt:lpstr>Running Application</vt:lpstr>
      <vt:lpstr>Running Application</vt:lpstr>
      <vt:lpstr>Application Component Summary</vt:lpstr>
      <vt:lpstr>Future Enhancements</vt:lpstr>
      <vt:lpstr>PowerPoint Presentation</vt:lpstr>
      <vt:lpstr>Project Manager Contribution - Zachary Fike</vt:lpstr>
      <vt:lpstr>Designer Contribution - Cailey Keown</vt:lpstr>
      <vt:lpstr>Front End Developer Contribution - Sean Kennedy</vt:lpstr>
      <vt:lpstr>Back End Developer Contribution - Andrii Kuleshchak</vt:lpstr>
      <vt:lpstr>Windows Tester Contribution - Harold Ligon</vt:lpstr>
      <vt:lpstr>Mac Tester Contribution - Krystal Michaelis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cailey keown</dc:creator>
  <cp:lastModifiedBy>Andrii Kuleshchak</cp:lastModifiedBy>
  <cp:revision>3</cp:revision>
  <dcterms:created xsi:type="dcterms:W3CDTF">2026-03-07T15:39:36Z</dcterms:created>
  <dcterms:modified xsi:type="dcterms:W3CDTF">2026-03-07T23:03:51Z</dcterms:modified>
</cp:coreProperties>
</file>